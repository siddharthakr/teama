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Japanese Teacher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Learn, roleplay, and present in workplace Japanese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Global employees in Japan must work in Japanese every day</a:t>
            </a:r>
          </a:p>
          <a:p>
            <a:r>
              <a:rPr sz="2000"/>
              <a:t>Generic AI tools translate literally and miss the nuance</a:t>
            </a:r>
          </a:p>
          <a:p>
            <a:r>
              <a:rPr sz="2000"/>
              <a:t>Output gets spotted as AI: wrong keigo, unnatural phrasing</a:t>
            </a:r>
          </a:p>
          <a:p>
            <a:r>
              <a:rPr sz="2000"/>
              <a:t>Learners can read a script but cannot hold the real conversation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Personalized Learning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Lessons adapt to your role, tasks, and JLPT level</a:t>
            </a:r>
          </a:p>
          <a:p>
            <a:r>
              <a:rPr sz="2000"/>
              <a:t>Short workplace passages with kanji, vocabulary, and grammar</a:t>
            </a:r>
          </a:p>
          <a:p>
            <a:r>
              <a:rPr sz="2000"/>
              <a:t>Quizzes give evidence-based mastery, not just exposure</a:t>
            </a:r>
          </a:p>
          <a:p>
            <a:r>
              <a:rPr sz="2000"/>
              <a:t>Spaced repetition schedules what to review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 Roleplay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Practice a real workplace conversation, not a fixed script</a:t>
            </a:r>
          </a:p>
          <a:p>
            <a:r>
              <a:rPr sz="2000"/>
              <a:t>Handle one unexpected curveball from the other person</a:t>
            </a:r>
          </a:p>
          <a:p>
            <a:r>
              <a:rPr sz="2000"/>
              <a:t>Get scored on goal, comprehensibility, register, and recovery</a:t>
            </a:r>
          </a:p>
          <a:p>
            <a:r>
              <a:rPr sz="2000"/>
              <a:t>Graduate when you are ready to try it for real at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Localize an English deck into natural Japanese to paste</a:t>
            </a:r>
          </a:p>
          <a:p>
            <a:r>
              <a:rPr sz="2000"/>
              <a:t>Right register for your audience, with a flow review</a:t>
            </a:r>
          </a:p>
          <a:p>
            <a:r>
              <a:rPr sz="2000"/>
              <a:t>Coaching on what to say aloud and how to deliver each slide</a:t>
            </a:r>
          </a:p>
          <a:p>
            <a:r>
              <a:rPr sz="2000"/>
              <a:t>Rehearse slide by slide and get feedback before you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Reliable and Ready to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Two-model fallback keeps generation working under failure</a:t>
            </a:r>
          </a:p>
          <a:p>
            <a:r>
              <a:rPr sz="2000"/>
              <a:t>Never dead-ends: a ready-made lesson always loads</a:t>
            </a:r>
          </a:p>
          <a:p>
            <a:r>
              <a:rPr sz="2000"/>
              <a:t>Runs locally on your laptop for a fast, private demo</a:t>
            </a:r>
          </a:p>
          <a:p>
            <a:r>
              <a:rPr sz="2000"/>
              <a:t>Complete the full learning loop in under ten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